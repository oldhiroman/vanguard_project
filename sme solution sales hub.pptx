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214B7-6937-2CE8-788D-823E48EFB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FF2E9-4FB7-AB3A-508C-9043FBBD7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1C2E1-01BB-2D01-91F3-BF26E636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86F6-6728-DC43-83F1-1EB2BC46FA2F}" type="datetimeFigureOut">
              <a:rPr lang="en-TH" smtClean="0"/>
              <a:t>9/9/2026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FEB37-EC7A-22C3-C59F-94AB4EB6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6CBBE-C9D4-7011-9FB6-84C17E75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3AC69-C6A9-6A48-B245-14427EC3413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0912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E42B8-EFB6-56F3-8037-775A1B70B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E334C-627E-AC89-4608-43CD7F1A4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6A2CC-0A11-91E0-4F4E-10681D0A5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86F6-6728-DC43-83F1-1EB2BC46FA2F}" type="datetimeFigureOut">
              <a:rPr lang="en-TH" smtClean="0"/>
              <a:t>9/9/2026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6C2AE-533E-061D-B374-8DE6EB8A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DEF8D-3072-8BB3-4A38-9679FB58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3AC69-C6A9-6A48-B245-14427EC3413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066138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C668-CDD6-FDB1-E4ED-036CF2D9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C489B-3272-7411-4ECA-8F6DE7780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5E7A6-2D11-018A-7392-844CC97B2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86F6-6728-DC43-83F1-1EB2BC46FA2F}" type="datetimeFigureOut">
              <a:rPr lang="en-TH" smtClean="0"/>
              <a:t>9/9/2026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E7A39-AE9A-450F-A4F0-C7F8E0659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37D5B-B720-5E69-90BB-6E69188F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3AC69-C6A9-6A48-B245-14427EC3413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875085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25732-F4F5-3545-8A81-49D9B17BF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7CB6F-49D5-3495-8673-B4CA9CCEB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36E3A-AC03-9ECF-FBAC-CBB432C64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2F804-C417-E4E6-3FB3-4184F0795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86F6-6728-DC43-83F1-1EB2BC46FA2F}" type="datetimeFigureOut">
              <a:rPr lang="en-TH" smtClean="0"/>
              <a:t>9/9/2026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36FC-3EF7-9919-0CB1-A194A4E5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CA15B-8527-3C05-94E3-2196CD50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3AC69-C6A9-6A48-B245-14427EC3413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17608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7B63C-8824-4554-4EB7-B62BA7081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F90C2-8D9F-77D1-2F4B-B4D4DCE0A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1EBB41-3EC6-EA25-8335-6FB3A78B1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C03B5-D80A-6115-B540-FA896BEB8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71F97-CE67-12F1-40BB-678D00869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059B7-3DCE-6689-8DB1-ECAEB2206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86F6-6728-DC43-83F1-1EB2BC46FA2F}" type="datetimeFigureOut">
              <a:rPr lang="en-TH" smtClean="0"/>
              <a:t>9/9/2026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25D01F-3A03-9625-2FA2-25AA64F1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03628-1530-79A2-EA8B-C9709C2CE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3AC69-C6A9-6A48-B245-14427EC3413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899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43B96-2D42-376C-5613-701A04EE1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02F7DA-6E79-D046-CA8A-EF2A01FFF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86F6-6728-DC43-83F1-1EB2BC46FA2F}" type="datetimeFigureOut">
              <a:rPr lang="en-TH" smtClean="0"/>
              <a:t>9/9/2026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686ED5-0E3F-A910-DD84-910FC8981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DA069-BB23-5A2F-2C87-D62B9DAD4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3AC69-C6A9-6A48-B245-14427EC3413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2892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9A01D-DE9E-EEB3-2E80-BDAB1C92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86F6-6728-DC43-83F1-1EB2BC46FA2F}" type="datetimeFigureOut">
              <a:rPr lang="en-TH" smtClean="0"/>
              <a:t>9/9/2026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7BCC7C-1045-A97B-8BD5-4A1045F61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5231A-289B-5031-B7E7-E4803D7E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3AC69-C6A9-6A48-B245-14427EC3413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859714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9ADD-DE7B-B437-DD5D-419C94138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0F4EE-40E9-640C-E7F8-25B5E9BD1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11043-8043-2047-FCB5-2D4C7AB85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58893-D8D5-B528-0386-106D97AD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86F6-6728-DC43-83F1-1EB2BC46FA2F}" type="datetimeFigureOut">
              <a:rPr lang="en-TH" smtClean="0"/>
              <a:t>9/9/2026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5FD04-BB13-3103-CB75-E4348808A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76C5B-294B-4CF5-B82E-19CE8B93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3AC69-C6A9-6A48-B245-14427EC3413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55371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FDFF3-BA90-BED0-25AE-9D7E35147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D4A4D8-3F77-8C9D-9418-2CF6903D8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3629A-63C0-D78C-F9AF-BA7AEBF26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F243E-CD32-25A8-7C84-EA1D870D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86F6-6728-DC43-83F1-1EB2BC46FA2F}" type="datetimeFigureOut">
              <a:rPr lang="en-TH" smtClean="0"/>
              <a:t>9/9/2026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1D85F-AD93-CF75-4B90-6E0BDB074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C5F90-3CFA-CCE4-0710-5264640B8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3AC69-C6A9-6A48-B245-14427EC3413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89221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283-B1DE-766E-A8AC-4EC188217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3D25B-89C2-89A8-025D-B621E0ADA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B1D4D-3B9C-F953-A473-872DEDD17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86F6-6728-DC43-83F1-1EB2BC46FA2F}" type="datetimeFigureOut">
              <a:rPr lang="en-TH" smtClean="0"/>
              <a:t>9/9/2026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9DD1E-15FB-6EAF-99F7-C9B84FB6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F418D-568E-FC3A-6C80-F219F97D5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3AC69-C6A9-6A48-B245-14427EC3413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722502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487B36-80E1-E8B7-25E4-7FB767254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03790-ECBE-1D4C-60C2-48B843492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BCE61-608D-BEA0-CB7B-F2E2A8E73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86F6-6728-DC43-83F1-1EB2BC46FA2F}" type="datetimeFigureOut">
              <a:rPr lang="en-TH" smtClean="0"/>
              <a:t>9/9/2026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A6245-542A-B220-BD46-680CD9742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6592D-6FE3-0FC5-B1D6-5F0D170C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3AC69-C6A9-6A48-B245-14427EC3413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911258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2027FC-85DE-D9A3-5BF5-DE8C52FC0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29E24-F26E-B37C-8629-604CE7A68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28197-BD47-B904-80C3-6650DD7D2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AF86F6-6728-DC43-83F1-1EB2BC46FA2F}" type="datetimeFigureOut">
              <a:rPr lang="en-TH" smtClean="0"/>
              <a:t>9/9/2026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48673-4A7A-4CA8-19DE-A30CF8BF7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C6B45-1893-01BF-30E7-BCE01B4CE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93AC69-C6A9-6A48-B245-14427EC34137}" type="slidenum">
              <a:rPr lang="en-TH" smtClean="0"/>
              <a:t>‹#›</a:t>
            </a:fld>
            <a:endParaRPr lang="en-T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C22AD-BDD5-BA02-8146-D658BAD5352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73700" y="63500"/>
            <a:ext cx="12700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TH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162768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1E747-B520-8CFB-7FCA-305425FBF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49FDD8-6925-FA7E-F91A-5910B53D03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4208EF-3DB3-4D92-3FAE-1CBA14A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876" y="51169"/>
            <a:ext cx="4503774" cy="675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59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Pranodh Mongkolthavorn</dc:creator>
  <cp:lastModifiedBy>Pranodh Mongkolthavorn</cp:lastModifiedBy>
  <cp:revision>1</cp:revision>
  <dcterms:created xsi:type="dcterms:W3CDTF">2026-09-09T09:22:11Z</dcterms:created>
  <dcterms:modified xsi:type="dcterms:W3CDTF">2026-09-09T09:23:09Z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3e60dd-5314-44d1-b471-abf6cc110c0e_Enabled">
    <vt:lpwstr>true</vt:lpwstr>
  </property>
  <property fmtid="{D5CDD505-2E9C-101B-9397-08002B2CF9AE}" pid="3" name="MSIP_Label_cd3e60dd-5314-44d1-b471-abf6cc110c0e_SetDate">
    <vt:lpwstr>2026-09-09T09:22:41Z</vt:lpwstr>
  </property>
  <property fmtid="{D5CDD505-2E9C-101B-9397-08002B2CF9AE}" pid="4" name="MSIP_Label_cd3e60dd-5314-44d1-b471-abf6cc110c0e_Method">
    <vt:lpwstr>Standard</vt:lpwstr>
  </property>
  <property fmtid="{D5CDD505-2E9C-101B-9397-08002B2CF9AE}" pid="5" name="MSIP_Label_cd3e60dd-5314-44d1-b471-abf6cc110c0e_Name">
    <vt:lpwstr>Internal</vt:lpwstr>
  </property>
  <property fmtid="{D5CDD505-2E9C-101B-9397-08002B2CF9AE}" pid="6" name="MSIP_Label_cd3e60dd-5314-44d1-b471-abf6cc110c0e_SiteId">
    <vt:lpwstr>833df664-61c8-4af0-bcce-b9eed5f10e5a</vt:lpwstr>
  </property>
  <property fmtid="{D5CDD505-2E9C-101B-9397-08002B2CF9AE}" pid="7" name="MSIP_Label_cd3e60dd-5314-44d1-b471-abf6cc110c0e_ActionId">
    <vt:lpwstr>ac3c9785-5593-467e-9e83-93b65523a57e</vt:lpwstr>
  </property>
  <property fmtid="{D5CDD505-2E9C-101B-9397-08002B2CF9AE}" pid="8" name="MSIP_Label_cd3e60dd-5314-44d1-b471-abf6cc110c0e_ContentBits">
    <vt:lpwstr>1</vt:lpwstr>
  </property>
  <property fmtid="{D5CDD505-2E9C-101B-9397-08002B2CF9AE}" pid="9" name="MSIP_Label_cd3e60dd-5314-44d1-b471-abf6cc110c0e_Tag">
    <vt:lpwstr>50, 3, 0, 1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Classification: Internal</vt:lpwstr>
  </property>
</Properties>
</file>